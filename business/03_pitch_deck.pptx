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D4163"/>
          </a:solidFill>
          <a:ln w="12700">
            <a:solidFill>
              <a:srgbClr val="2D41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ERP fait ce qu'il sait faire.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s'occupe du reste.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657600" cy="0"/>
          </a:xfrm>
          <a:prstGeom prst="line">
            <a:avLst/>
          </a:prstGeom>
          <a:noFill/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Eugène Leconte  ·  eugeneleconte@outlook.com  ·  Lille, Hauts-de-France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5070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29868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229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LE PROBLÈME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jonglent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trop d'outils.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DF2FF"/>
          </a:solidFill>
          <a:ln w="10160">
            <a:solidFill>
              <a:srgbClr val="BFC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planning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EDF2FF"/>
          </a:solidFill>
          <a:ln w="10160">
            <a:solidFill>
              <a:srgbClr val="BFC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9659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EDF2FF"/>
          </a:solidFill>
          <a:ln w="10160">
            <a:solidFill>
              <a:srgbClr val="BFC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965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stock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9659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EDF2FF"/>
          </a:solidFill>
          <a:ln w="10160">
            <a:solidFill>
              <a:srgbClr val="BFC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65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partagés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9659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DF2FF"/>
          </a:solidFill>
          <a:ln w="10160">
            <a:solidFill>
              <a:srgbClr val="BFC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logiciels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44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se perdent entre les outils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process restent dans les têtes, pas dans les systèmes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95344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L'adoption est difficile — personne n'a la même vue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334256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61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L'ERP couvre 60% des besoins. Le reste, c'est du bricolage.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29868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229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LA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outil,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fabriqué pour vos équipes.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0" y="17373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OUTIL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MESURE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0160">
            <a:solidFill>
              <a:srgbClr val="C5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production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655064"/>
            <a:ext cx="1097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274320" y="23774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0160">
            <a:solidFill>
              <a:srgbClr val="C5D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machine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569464"/>
            <a:ext cx="1188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0160">
            <a:solidFill>
              <a:srgbClr val="C5D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stock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483864"/>
            <a:ext cx="10058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6400800" y="14630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0160">
            <a:solidFill>
              <a:srgbClr val="C5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&amp; Planning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655064"/>
            <a:ext cx="731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6492240" y="23774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0160">
            <a:solidFill>
              <a:srgbClr val="C5D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comptable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2569464"/>
            <a:ext cx="8229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6400800" y="32918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0160">
            <a:solidFill>
              <a:srgbClr val="C5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expé.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3483864"/>
            <a:ext cx="7315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26" name="Text 2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 à votre ERP — pas un remplacement.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1924812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19248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CAS CLIENT · MYSIFA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 — PME industrielle, Loos (59)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depuis 2025.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1E2E42"/>
          </a:solidFill>
          <a:ln w="10160">
            <a:solidFill>
              <a:srgbClr val="3A5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Excel planning production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Fichier Excel stock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Planning RH papier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Suivi expé manuel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19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Saisie paie séparée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764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6 outils différents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A500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029200" y="150876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1A2E3F"/>
          </a:solidFill>
          <a:ln w="1524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MYSIFA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19933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Saisie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3500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Planning machine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7066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stock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3063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Planning RH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419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Module paie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7764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seul outil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5070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490472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NOTRE APPROCHE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étapes, du premier appel au déploiement.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331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conception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du temps sur le terrain. On observe, on pose des questions. On ne code rien avant d'avoir compris comment vos équipes travaillent vraiment.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331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construit l'outil en itérations courtes. Vous voyez l'avancement chaque semaine. On ajuste en continu jusqu'à ce que ce soit exactement ce qu'il vous faut.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80760" y="1508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080760" y="2240280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331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suivi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27889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forme vos équipes. On déploie sur votre serveur. Et on reste disponibles — abonnement mensuel, support direct, évolutions garanties.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type : 4 à 10 semaines selon la complexité.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924812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9248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MODULES DISPONIBLES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outil est assemblé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votre contexte.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47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production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temps réel par opérateur et machine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947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machine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visuel, dossiers, priorités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47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stocks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Emplacements, mouvements, alertes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9476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Congés, absences, affectations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0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paie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éléments variables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32461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410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expéditions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3794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Départs, transporteurs, traçabilité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32461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410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en temps réel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2461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410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mesure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3794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que votre métier nécessite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490472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OFFRE &amp; TARIFS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tarifs pensés pour les PME.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 unique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2 500€ – 15 000€ 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00" cy="0"/>
          </a:xfrm>
          <a:prstGeom prst="line">
            <a:avLst/>
          </a:prstGeom>
          <a:noFill/>
          <a:ln w="10160">
            <a:solidFill>
              <a:srgbClr val="E8EF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71800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07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des besoins (sur site)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développement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75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votre serveur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599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initiale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4630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1A2332"/>
          </a:solidFill>
          <a:ln w="10160">
            <a:solidFill>
              <a:srgbClr val="2D41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récurrent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150€ – 490€ HT / mois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2834640"/>
            <a:ext cx="365760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971800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907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VPS dédié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335584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&amp; sécurité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373989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3675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direct (48h max)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4123944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40599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incluses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TRACTION &amp; OBJECTIFS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en cours de validation,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trajectoire claire.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274320" cy="274320"/>
          </a:xfrm>
          <a:prstGeom prst="ellipse">
            <a:avLst/>
          </a:prstGeom>
          <a:solidFill>
            <a:srgbClr val="3A7B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9144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MySIFA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-45720" y="3566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6350">
            <a:solidFill>
              <a:srgbClr val="C5D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4572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606040"/>
            <a:ext cx="0" cy="13716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2560320" y="2743200"/>
            <a:ext cx="274320" cy="274320"/>
          </a:xfrm>
          <a:prstGeom prst="ellipse">
            <a:avLst/>
          </a:prstGeom>
          <a:solidFill>
            <a:srgbClr val="3A7B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clients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57400" y="3566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6350">
            <a:solidFill>
              <a:srgbClr val="C5D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~2 500€/mois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2606040"/>
            <a:ext cx="0" cy="13716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4663440" y="2743200"/>
            <a:ext cx="274320" cy="274320"/>
          </a:xfrm>
          <a:prstGeom prst="ellipse">
            <a:avLst/>
          </a:prstGeom>
          <a:solidFill>
            <a:srgbClr val="F0A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indépendant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3566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6350">
            <a:solidFill>
              <a:srgbClr val="C5D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~4 500€/mois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606040"/>
            <a:ext cx="0" cy="13716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6766560" y="2743200"/>
            <a:ext cx="274320" cy="274320"/>
          </a:xfrm>
          <a:prstGeom prst="ellipse">
            <a:avLst/>
          </a:prstGeom>
          <a:solidFill>
            <a:srgbClr val="F0A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atteinte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566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6350">
            <a:solidFill>
              <a:srgbClr val="C5D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~8 000€/mois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03720" y="2606040"/>
            <a:ext cx="0" cy="137160"/>
          </a:xfrm>
          <a:prstGeom prst="line">
            <a:avLst/>
          </a:prstGeom>
          <a:noFill/>
          <a:ln w="10160">
            <a:solidFill>
              <a:srgbClr val="CBD5E1"/>
            </a:solidFill>
            <a:prstDash val="sysDot"/>
          </a:ln>
        </p:spPr>
      </p:sp>
      <p:sp>
        <p:nvSpPr>
          <p:cNvPr id="31" name="Text 29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 mensuel estimé (abonnements seuls)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3A7BD5">
              <a:alpha val="18000"/>
            </a:srgbClr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7BD5"/>
                </a:solidFill>
              </a:rPr>
              <a:t>POURQUOI MOI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Eugène Leconte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créatif · Développeur full-stack · Entrepreneur local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5029200" cy="0"/>
          </a:xfrm>
          <a:prstGeom prst="line">
            <a:avLst/>
          </a:prstGeom>
          <a:noFill/>
          <a:ln w="12700">
            <a:solidFill>
              <a:srgbClr val="E2E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76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d'abord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MySIFA est en production chez SIFA. Ce n'est pas une démo — c'est un outil utilisé tous les jours par de vraies équipes.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176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 avant le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commence toujours par comprendre comment vous travaillez. L'outil s'adapte à vous, pas l'inverse.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et disponible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basé dans la métropole lilloise. On peut se voir. Je réponds vite. Je reste sur le long terme.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simple et éprouvée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côté serveur, JavaScript vanilla côté interface. Pas de dépendance à un framework fragile ou à un vendor.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D4163"/>
          </a:solidFill>
          <a:ln w="12700">
            <a:solidFill>
              <a:srgbClr val="2D41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Parlons de votre projet.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avez la même friction — des équipes qui jonglent entre trop d'outils 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probablement quelque chose à construire ensemble.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24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eugeneleconte@outlook.com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20240" y="34930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Métropole lilloise, Hauts-de-France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770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387705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appel gratuit, 30 minutes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4434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600" kern="0" dirty="0">
                <a:solidFill>
                  <a:srgbClr val="2D4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5070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Pitch Deck</dc:title>
  <dc:subject>PptxGenJS Presentation</dc:subject>
  <dc:creator>Eugène Leconte</dc:creator>
  <cp:lastModifiedBy>Eugène Leconte</cp:lastModifiedBy>
  <cp:revision>1</cp:revision>
  <dcterms:created xsi:type="dcterms:W3CDTF">2026-05-06T18:42:34Z</dcterms:created>
  <dcterms:modified xsi:type="dcterms:W3CDTF">2026-05-06T18:42:34Z</dcterms:modified>
</cp:coreProperties>
</file>